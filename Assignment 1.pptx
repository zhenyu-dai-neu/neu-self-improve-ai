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E8283-668E-45D9-BE31-A5DFDB179A6B}" v="391" dt="2026-01-31T23:19:58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2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yu Dai" userId="267a87a667171872" providerId="LiveId" clId="{41143CFA-7675-4976-A6B5-7460D819AF2F}"/>
    <pc:docChg chg="undo custSel addSld modSld">
      <pc:chgData name="Zhenyu Dai" userId="267a87a667171872" providerId="LiveId" clId="{41143CFA-7675-4976-A6B5-7460D819AF2F}" dt="2026-01-31T23:20:12.178" v="817" actId="1076"/>
      <pc:docMkLst>
        <pc:docMk/>
      </pc:docMkLst>
      <pc:sldChg chg="addSp delSp modSp new mod">
        <pc:chgData name="Zhenyu Dai" userId="267a87a667171872" providerId="LiveId" clId="{41143CFA-7675-4976-A6B5-7460D819AF2F}" dt="2026-01-31T23:12:02.158" v="771" actId="1076"/>
        <pc:sldMkLst>
          <pc:docMk/>
          <pc:sldMk cId="3708806879" sldId="256"/>
        </pc:sldMkLst>
        <pc:spChg chg="del mod">
          <ac:chgData name="Zhenyu Dai" userId="267a87a667171872" providerId="LiveId" clId="{41143CFA-7675-4976-A6B5-7460D819AF2F}" dt="2026-01-31T20:45:43.575" v="18" actId="478"/>
          <ac:spMkLst>
            <pc:docMk/>
            <pc:sldMk cId="3708806879" sldId="256"/>
            <ac:spMk id="2" creationId="{C59D4273-57AB-76EF-83EE-318BCC6C6C21}"/>
          </ac:spMkLst>
        </pc:spChg>
        <pc:spChg chg="del">
          <ac:chgData name="Zhenyu Dai" userId="267a87a667171872" providerId="LiveId" clId="{41143CFA-7675-4976-A6B5-7460D819AF2F}" dt="2026-01-31T20:45:43.575" v="18" actId="478"/>
          <ac:spMkLst>
            <pc:docMk/>
            <pc:sldMk cId="3708806879" sldId="256"/>
            <ac:spMk id="3" creationId="{FCFB0226-811B-125E-F798-A9B969916FC2}"/>
          </ac:spMkLst>
        </pc:spChg>
        <pc:spChg chg="add del mod">
          <ac:chgData name="Zhenyu Dai" userId="267a87a667171872" providerId="LiveId" clId="{41143CFA-7675-4976-A6B5-7460D819AF2F}" dt="2026-01-31T20:45:43.575" v="18" actId="478"/>
          <ac:spMkLst>
            <pc:docMk/>
            <pc:sldMk cId="3708806879" sldId="256"/>
            <ac:spMk id="4" creationId="{8DBE5497-696C-5E57-17C0-ECD17BB1E4EA}"/>
          </ac:spMkLst>
        </pc:spChg>
        <pc:spChg chg="add del mod">
          <ac:chgData name="Zhenyu Dai" userId="267a87a667171872" providerId="LiveId" clId="{41143CFA-7675-4976-A6B5-7460D819AF2F}" dt="2026-01-31T20:45:43.575" v="18" actId="478"/>
          <ac:spMkLst>
            <pc:docMk/>
            <pc:sldMk cId="3708806879" sldId="256"/>
            <ac:spMk id="5" creationId="{72EA435E-065E-33F7-7FC4-65AB6E75C664}"/>
          </ac:spMkLst>
        </pc:spChg>
        <pc:spChg chg="add del mod">
          <ac:chgData name="Zhenyu Dai" userId="267a87a667171872" providerId="LiveId" clId="{41143CFA-7675-4976-A6B5-7460D819AF2F}" dt="2026-01-31T20:45:46.132" v="20" actId="478"/>
          <ac:spMkLst>
            <pc:docMk/>
            <pc:sldMk cId="3708806879" sldId="256"/>
            <ac:spMk id="7" creationId="{D9014FE4-ED34-E602-7124-A7203DB97C2A}"/>
          </ac:spMkLst>
        </pc:spChg>
        <pc:spChg chg="add mod">
          <ac:chgData name="Zhenyu Dai" userId="267a87a667171872" providerId="LiveId" clId="{41143CFA-7675-4976-A6B5-7460D819AF2F}" dt="2026-01-31T23:02:44.010" v="608" actId="13926"/>
          <ac:spMkLst>
            <pc:docMk/>
            <pc:sldMk cId="3708806879" sldId="256"/>
            <ac:spMk id="8" creationId="{9678AAB8-A5AB-0071-DFB6-BA7DCF4687D7}"/>
          </ac:spMkLst>
        </pc:spChg>
        <pc:spChg chg="add del mod">
          <ac:chgData name="Zhenyu Dai" userId="267a87a667171872" providerId="LiveId" clId="{41143CFA-7675-4976-A6B5-7460D819AF2F}" dt="2026-01-31T22:53:33.144" v="303" actId="478"/>
          <ac:spMkLst>
            <pc:docMk/>
            <pc:sldMk cId="3708806879" sldId="256"/>
            <ac:spMk id="9" creationId="{C3450F34-E0C9-B183-6F22-8B1E130861A0}"/>
          </ac:spMkLst>
        </pc:spChg>
        <pc:spChg chg="add del mod">
          <ac:chgData name="Zhenyu Dai" userId="267a87a667171872" providerId="LiveId" clId="{41143CFA-7675-4976-A6B5-7460D819AF2F}" dt="2026-01-31T22:53:36.463" v="305" actId="478"/>
          <ac:spMkLst>
            <pc:docMk/>
            <pc:sldMk cId="3708806879" sldId="256"/>
            <ac:spMk id="10" creationId="{B1D4AAE0-2B2B-DA64-2D23-83CFDD541664}"/>
          </ac:spMkLst>
        </pc:spChg>
        <pc:spChg chg="add del mod">
          <ac:chgData name="Zhenyu Dai" userId="267a87a667171872" providerId="LiveId" clId="{41143CFA-7675-4976-A6B5-7460D819AF2F}" dt="2026-01-31T22:53:37.837" v="306" actId="478"/>
          <ac:spMkLst>
            <pc:docMk/>
            <pc:sldMk cId="3708806879" sldId="256"/>
            <ac:spMk id="11" creationId="{813551BD-B49D-D1BC-AD89-657D0354FF2E}"/>
          </ac:spMkLst>
        </pc:spChg>
        <pc:spChg chg="add del mod">
          <ac:chgData name="Zhenyu Dai" userId="267a87a667171872" providerId="LiveId" clId="{41143CFA-7675-4976-A6B5-7460D819AF2F}" dt="2026-01-31T22:53:39.428" v="307" actId="478"/>
          <ac:spMkLst>
            <pc:docMk/>
            <pc:sldMk cId="3708806879" sldId="256"/>
            <ac:spMk id="12" creationId="{21DCF7BB-EFC8-A9B3-FA89-F550B3E95BD8}"/>
          </ac:spMkLst>
        </pc:spChg>
        <pc:spChg chg="add del mod">
          <ac:chgData name="Zhenyu Dai" userId="267a87a667171872" providerId="LiveId" clId="{41143CFA-7675-4976-A6B5-7460D819AF2F}" dt="2026-01-31T22:53:40.881" v="308" actId="478"/>
          <ac:spMkLst>
            <pc:docMk/>
            <pc:sldMk cId="3708806879" sldId="256"/>
            <ac:spMk id="13" creationId="{2FB036C2-BC3D-0478-D027-DB2A96C8EBAD}"/>
          </ac:spMkLst>
        </pc:spChg>
        <pc:spChg chg="add del mod">
          <ac:chgData name="Zhenyu Dai" userId="267a87a667171872" providerId="LiveId" clId="{41143CFA-7675-4976-A6B5-7460D819AF2F}" dt="2026-01-31T20:52:24.987" v="88" actId="478"/>
          <ac:spMkLst>
            <pc:docMk/>
            <pc:sldMk cId="3708806879" sldId="256"/>
            <ac:spMk id="15" creationId="{A6EF1E3A-76A0-20C7-1032-3A2A4BC42A5B}"/>
          </ac:spMkLst>
        </pc:spChg>
        <pc:spChg chg="add del mod">
          <ac:chgData name="Zhenyu Dai" userId="267a87a667171872" providerId="LiveId" clId="{41143CFA-7675-4976-A6B5-7460D819AF2F}" dt="2026-01-31T22:53:34.656" v="304" actId="478"/>
          <ac:spMkLst>
            <pc:docMk/>
            <pc:sldMk cId="3708806879" sldId="256"/>
            <ac:spMk id="16" creationId="{1FDCB92E-2EC2-1D24-A397-50DAD24E04A8}"/>
          </ac:spMkLst>
        </pc:spChg>
        <pc:spChg chg="add">
          <ac:chgData name="Zhenyu Dai" userId="267a87a667171872" providerId="LiveId" clId="{41143CFA-7675-4976-A6B5-7460D819AF2F}" dt="2026-01-31T21:16:19.216" v="203"/>
          <ac:spMkLst>
            <pc:docMk/>
            <pc:sldMk cId="3708806879" sldId="256"/>
            <ac:spMk id="17" creationId="{99D34B23-ED31-3FFD-41A5-C53D7B6B7D99}"/>
          </ac:spMkLst>
        </pc:spChg>
        <pc:spChg chg="add mod">
          <ac:chgData name="Zhenyu Dai" userId="267a87a667171872" providerId="LiveId" clId="{41143CFA-7675-4976-A6B5-7460D819AF2F}" dt="2026-01-31T23:06:35.750" v="707" actId="1076"/>
          <ac:spMkLst>
            <pc:docMk/>
            <pc:sldMk cId="3708806879" sldId="256"/>
            <ac:spMk id="18" creationId="{9BBDA1DF-55EC-461F-7FE9-5F6720070DAF}"/>
          </ac:spMkLst>
        </pc:spChg>
        <pc:spChg chg="add del mod">
          <ac:chgData name="Zhenyu Dai" userId="267a87a667171872" providerId="LiveId" clId="{41143CFA-7675-4976-A6B5-7460D819AF2F}" dt="2026-01-31T23:00:43.043" v="553" actId="478"/>
          <ac:spMkLst>
            <pc:docMk/>
            <pc:sldMk cId="3708806879" sldId="256"/>
            <ac:spMk id="19" creationId="{2CA034B6-C44C-6971-B52E-6E9901DE8EB5}"/>
          </ac:spMkLst>
        </pc:spChg>
        <pc:spChg chg="add mod">
          <ac:chgData name="Zhenyu Dai" userId="267a87a667171872" providerId="LiveId" clId="{41143CFA-7675-4976-A6B5-7460D819AF2F}" dt="2026-01-31T22:54:51.554" v="373" actId="113"/>
          <ac:spMkLst>
            <pc:docMk/>
            <pc:sldMk cId="3708806879" sldId="256"/>
            <ac:spMk id="21" creationId="{BED84E56-B0A7-CFB0-92A1-7CEA76B62C32}"/>
          </ac:spMkLst>
        </pc:spChg>
        <pc:spChg chg="add mod">
          <ac:chgData name="Zhenyu Dai" userId="267a87a667171872" providerId="LiveId" clId="{41143CFA-7675-4976-A6B5-7460D819AF2F}" dt="2026-01-31T23:07:09.464" v="714" actId="14100"/>
          <ac:spMkLst>
            <pc:docMk/>
            <pc:sldMk cId="3708806879" sldId="256"/>
            <ac:spMk id="22" creationId="{481FE478-DA08-00E9-11F8-7B3AE214FA4B}"/>
          </ac:spMkLst>
        </pc:spChg>
        <pc:spChg chg="add">
          <ac:chgData name="Zhenyu Dai" userId="267a87a667171872" providerId="LiveId" clId="{41143CFA-7675-4976-A6B5-7460D819AF2F}" dt="2026-01-31T22:57:27.656" v="417"/>
          <ac:spMkLst>
            <pc:docMk/>
            <pc:sldMk cId="3708806879" sldId="256"/>
            <ac:spMk id="23" creationId="{3F65CBFA-8043-03FA-4130-7FE362523B1B}"/>
          </ac:spMkLst>
        </pc:spChg>
        <pc:spChg chg="add">
          <ac:chgData name="Zhenyu Dai" userId="267a87a667171872" providerId="LiveId" clId="{41143CFA-7675-4976-A6B5-7460D819AF2F}" dt="2026-01-31T22:57:30.071" v="418"/>
          <ac:spMkLst>
            <pc:docMk/>
            <pc:sldMk cId="3708806879" sldId="256"/>
            <ac:spMk id="24" creationId="{48C43186-82F0-0E65-7B43-8EE044D65542}"/>
          </ac:spMkLst>
        </pc:spChg>
        <pc:spChg chg="add">
          <ac:chgData name="Zhenyu Dai" userId="267a87a667171872" providerId="LiveId" clId="{41143CFA-7675-4976-A6B5-7460D819AF2F}" dt="2026-01-31T22:58:45.838" v="440"/>
          <ac:spMkLst>
            <pc:docMk/>
            <pc:sldMk cId="3708806879" sldId="256"/>
            <ac:spMk id="25" creationId="{475A819A-0DE1-AEAF-0155-DA23A4C0A499}"/>
          </ac:spMkLst>
        </pc:spChg>
        <pc:spChg chg="add mod">
          <ac:chgData name="Zhenyu Dai" userId="267a87a667171872" providerId="LiveId" clId="{41143CFA-7675-4976-A6B5-7460D819AF2F}" dt="2026-01-31T23:07:03.535" v="712" actId="1076"/>
          <ac:spMkLst>
            <pc:docMk/>
            <pc:sldMk cId="3708806879" sldId="256"/>
            <ac:spMk id="26" creationId="{9F37D440-66D7-CF86-F12F-805DF5C9B9DD}"/>
          </ac:spMkLst>
        </pc:spChg>
        <pc:spChg chg="add mod">
          <ac:chgData name="Zhenyu Dai" userId="267a87a667171872" providerId="LiveId" clId="{41143CFA-7675-4976-A6B5-7460D819AF2F}" dt="2026-01-31T23:12:02.158" v="771" actId="1076"/>
          <ac:spMkLst>
            <pc:docMk/>
            <pc:sldMk cId="3708806879" sldId="256"/>
            <ac:spMk id="28" creationId="{A0A9F330-00B5-6F3F-460A-CC9F9840E771}"/>
          </ac:spMkLst>
        </pc:spChg>
        <pc:spChg chg="add del">
          <ac:chgData name="Zhenyu Dai" userId="267a87a667171872" providerId="LiveId" clId="{41143CFA-7675-4976-A6B5-7460D819AF2F}" dt="2026-01-31T23:05:45.936" v="692" actId="22"/>
          <ac:spMkLst>
            <pc:docMk/>
            <pc:sldMk cId="3708806879" sldId="256"/>
            <ac:spMk id="30" creationId="{35773A3B-73AB-F1C5-B1B6-962455D47EFF}"/>
          </ac:spMkLst>
        </pc:spChg>
        <pc:spChg chg="add del">
          <ac:chgData name="Zhenyu Dai" userId="267a87a667171872" providerId="LiveId" clId="{41143CFA-7675-4976-A6B5-7460D819AF2F}" dt="2026-01-31T23:05:44.218" v="691" actId="22"/>
          <ac:spMkLst>
            <pc:docMk/>
            <pc:sldMk cId="3708806879" sldId="256"/>
            <ac:spMk id="32" creationId="{80AAF591-565B-9A9B-C021-5C6FADD5BEF0}"/>
          </ac:spMkLst>
        </pc:spChg>
        <pc:picChg chg="add mod">
          <ac:chgData name="Zhenyu Dai" userId="267a87a667171872" providerId="LiveId" clId="{41143CFA-7675-4976-A6B5-7460D819AF2F}" dt="2026-01-31T23:11:22.059" v="744" actId="1076"/>
          <ac:picMkLst>
            <pc:docMk/>
            <pc:sldMk cId="3708806879" sldId="256"/>
            <ac:picMk id="1030" creationId="{DDCBAFDE-08C9-4518-3AD8-85682BC2475B}"/>
          </ac:picMkLst>
        </pc:picChg>
      </pc:sldChg>
      <pc:sldChg chg="addSp delSp modSp add mod">
        <pc:chgData name="Zhenyu Dai" userId="267a87a667171872" providerId="LiveId" clId="{41143CFA-7675-4976-A6B5-7460D819AF2F}" dt="2026-01-31T23:20:12.178" v="817" actId="1076"/>
        <pc:sldMkLst>
          <pc:docMk/>
          <pc:sldMk cId="1375889070" sldId="257"/>
        </pc:sldMkLst>
        <pc:spChg chg="add mod">
          <ac:chgData name="Zhenyu Dai" userId="267a87a667171872" providerId="LiveId" clId="{41143CFA-7675-4976-A6B5-7460D819AF2F}" dt="2026-01-31T23:08:14.214" v="717"/>
          <ac:spMkLst>
            <pc:docMk/>
            <pc:sldMk cId="1375889070" sldId="257"/>
            <ac:spMk id="3" creationId="{5063B8DD-EE80-DB4E-B189-2D57710C7F35}"/>
          </ac:spMkLst>
        </pc:spChg>
        <pc:spChg chg="add mod">
          <ac:chgData name="Zhenyu Dai" userId="267a87a667171872" providerId="LiveId" clId="{41143CFA-7675-4976-A6B5-7460D819AF2F}" dt="2026-01-31T23:08:14.214" v="717"/>
          <ac:spMkLst>
            <pc:docMk/>
            <pc:sldMk cId="1375889070" sldId="257"/>
            <ac:spMk id="4" creationId="{AE7A7ECA-3CD8-09E6-1AAD-DBDAD6CF16C8}"/>
          </ac:spMkLst>
        </pc:spChg>
        <pc:spChg chg="add mod">
          <ac:chgData name="Zhenyu Dai" userId="267a87a667171872" providerId="LiveId" clId="{41143CFA-7675-4976-A6B5-7460D819AF2F}" dt="2026-01-31T23:08:14.214" v="717"/>
          <ac:spMkLst>
            <pc:docMk/>
            <pc:sldMk cId="1375889070" sldId="257"/>
            <ac:spMk id="5" creationId="{6EF0A683-EB74-CC32-18C1-3B0E9D075D46}"/>
          </ac:spMkLst>
        </pc:spChg>
        <pc:spChg chg="add mod">
          <ac:chgData name="Zhenyu Dai" userId="267a87a667171872" providerId="LiveId" clId="{41143CFA-7675-4976-A6B5-7460D819AF2F}" dt="2026-01-31T23:08:14.214" v="717"/>
          <ac:spMkLst>
            <pc:docMk/>
            <pc:sldMk cId="1375889070" sldId="257"/>
            <ac:spMk id="6" creationId="{9DF01FE4-569C-AF4A-4105-9AA4BAA916F8}"/>
          </ac:spMkLst>
        </pc:spChg>
        <pc:spChg chg="add mod">
          <ac:chgData name="Zhenyu Dai" userId="267a87a667171872" providerId="LiveId" clId="{41143CFA-7675-4976-A6B5-7460D819AF2F}" dt="2026-01-31T23:08:14.214" v="717"/>
          <ac:spMkLst>
            <pc:docMk/>
            <pc:sldMk cId="1375889070" sldId="257"/>
            <ac:spMk id="7" creationId="{F213D37F-9480-CD1C-F553-74A78B8C1E36}"/>
          </ac:spMkLst>
        </pc:spChg>
        <pc:spChg chg="del">
          <ac:chgData name="Zhenyu Dai" userId="267a87a667171872" providerId="LiveId" clId="{41143CFA-7675-4976-A6B5-7460D819AF2F}" dt="2026-01-31T23:06:13.715" v="698" actId="478"/>
          <ac:spMkLst>
            <pc:docMk/>
            <pc:sldMk cId="1375889070" sldId="257"/>
            <ac:spMk id="8" creationId="{E5BCFE78-981B-5DE5-6C7A-649D595A743D}"/>
          </ac:spMkLst>
        </pc:spChg>
        <pc:spChg chg="add del mod">
          <ac:chgData name="Zhenyu Dai" userId="267a87a667171872" providerId="LiveId" clId="{41143CFA-7675-4976-A6B5-7460D819AF2F}" dt="2026-01-31T23:08:24.048" v="721"/>
          <ac:spMkLst>
            <pc:docMk/>
            <pc:sldMk cId="1375889070" sldId="257"/>
            <ac:spMk id="9" creationId="{E619888C-2FC6-7460-ECAF-0279FC26EC71}"/>
          </ac:spMkLst>
        </pc:spChg>
        <pc:spChg chg="add mod">
          <ac:chgData name="Zhenyu Dai" userId="267a87a667171872" providerId="LiveId" clId="{41143CFA-7675-4976-A6B5-7460D819AF2F}" dt="2026-01-31T23:16:58.418" v="804" actId="14100"/>
          <ac:spMkLst>
            <pc:docMk/>
            <pc:sldMk cId="1375889070" sldId="257"/>
            <ac:spMk id="11" creationId="{0A420593-D95E-08CB-B15C-E8BB0B390150}"/>
          </ac:spMkLst>
        </pc:spChg>
        <pc:spChg chg="add mod">
          <ac:chgData name="Zhenyu Dai" userId="267a87a667171872" providerId="LiveId" clId="{41143CFA-7675-4976-A6B5-7460D819AF2F}" dt="2026-01-31T23:17:00.186" v="805" actId="1076"/>
          <ac:spMkLst>
            <pc:docMk/>
            <pc:sldMk cId="1375889070" sldId="257"/>
            <ac:spMk id="13" creationId="{ED3820ED-ABC6-CD3A-3C93-F229AC3040BE}"/>
          </ac:spMkLst>
        </pc:spChg>
        <pc:spChg chg="add mod">
          <ac:chgData name="Zhenyu Dai" userId="267a87a667171872" providerId="LiveId" clId="{41143CFA-7675-4976-A6B5-7460D819AF2F}" dt="2026-01-31T23:20:12.178" v="817" actId="1076"/>
          <ac:spMkLst>
            <pc:docMk/>
            <pc:sldMk cId="1375889070" sldId="257"/>
            <ac:spMk id="15" creationId="{521E0FF4-27AF-8D97-446E-23F02273D3C5}"/>
          </ac:spMkLst>
        </pc:spChg>
        <pc:spChg chg="del">
          <ac:chgData name="Zhenyu Dai" userId="267a87a667171872" providerId="LiveId" clId="{41143CFA-7675-4976-A6B5-7460D819AF2F}" dt="2026-01-31T23:06:24.965" v="704" actId="478"/>
          <ac:spMkLst>
            <pc:docMk/>
            <pc:sldMk cId="1375889070" sldId="257"/>
            <ac:spMk id="18" creationId="{9ECE6039-559E-FBA8-09C1-FF54783C00C3}"/>
          </ac:spMkLst>
        </pc:spChg>
        <pc:spChg chg="add del mod">
          <ac:chgData name="Zhenyu Dai" userId="267a87a667171872" providerId="LiveId" clId="{41143CFA-7675-4976-A6B5-7460D819AF2F}" dt="2026-01-31T23:06:20.166" v="703" actId="478"/>
          <ac:spMkLst>
            <pc:docMk/>
            <pc:sldMk cId="1375889070" sldId="257"/>
            <ac:spMk id="21" creationId="{081755E9-AEA5-356B-69C3-3359545CB7BC}"/>
          </ac:spMkLst>
        </pc:spChg>
        <pc:spChg chg="del">
          <ac:chgData name="Zhenyu Dai" userId="267a87a667171872" providerId="LiveId" clId="{41143CFA-7675-4976-A6B5-7460D819AF2F}" dt="2026-01-31T23:06:15.329" v="699" actId="478"/>
          <ac:spMkLst>
            <pc:docMk/>
            <pc:sldMk cId="1375889070" sldId="257"/>
            <ac:spMk id="22" creationId="{85A525E8-CF89-7400-1652-7009FF9B5433}"/>
          </ac:spMkLst>
        </pc:spChg>
        <pc:spChg chg="del">
          <ac:chgData name="Zhenyu Dai" userId="267a87a667171872" providerId="LiveId" clId="{41143CFA-7675-4976-A6B5-7460D819AF2F}" dt="2026-01-31T23:06:17.876" v="701" actId="478"/>
          <ac:spMkLst>
            <pc:docMk/>
            <pc:sldMk cId="1375889070" sldId="257"/>
            <ac:spMk id="26" creationId="{AE9A7051-CA30-FDE0-772E-3A02FB968550}"/>
          </ac:spMkLst>
        </pc:spChg>
        <pc:spChg chg="del">
          <ac:chgData name="Zhenyu Dai" userId="267a87a667171872" providerId="LiveId" clId="{41143CFA-7675-4976-A6B5-7460D819AF2F}" dt="2026-01-31T23:06:16.630" v="700" actId="478"/>
          <ac:spMkLst>
            <pc:docMk/>
            <pc:sldMk cId="1375889070" sldId="257"/>
            <ac:spMk id="28" creationId="{2F4BEF8A-BEFA-66C6-97A3-3F574DA10338}"/>
          </ac:spMkLst>
        </pc:spChg>
        <pc:graphicFrameChg chg="add mod">
          <ac:chgData name="Zhenyu Dai" userId="267a87a667171872" providerId="LiveId" clId="{41143CFA-7675-4976-A6B5-7460D819AF2F}" dt="2026-01-31T23:08:12.364" v="716"/>
          <ac:graphicFrameMkLst>
            <pc:docMk/>
            <pc:sldMk cId="1375889070" sldId="257"/>
            <ac:graphicFrameMk id="2" creationId="{8E4CFCF3-781C-D963-14C8-969A89306C9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7F0E4-CE5C-44E5-A5A9-86FBA7239D06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8B722-CBBB-429E-A9E9-D1CADF78A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07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zh-CN" altLang="en-US" i="1" smtClean="0">
                          <a:latin typeface="Cambria Math" panose="02040503050406030204" pitchFamily="18" charset="0"/>
                        </a:rPr>
                        <a:t>在此处键入公式</a:t>
                      </a:fld>
                      <a:fld id="{825F15A7-03F4-43D7-82C5-3E23DA2F108C}" type="mathplaceholder">
                        <a:rPr lang="zh-CN" altLang="en-US" i="1" smtClean="0">
                          <a:latin typeface="Cambria Math" panose="02040503050406030204" pitchFamily="18" charset="0"/>
                        </a:rPr>
                        <a:t>。</a:t>
                      </a:fl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i="0">
                    <a:latin typeface="Cambria Math" panose="02040503050406030204" pitchFamily="18" charset="0"/>
                  </a:rPr>
                  <a:t>"在此处键入公式。"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8B722-CBBB-429E-A9E9-D1CADF78A1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970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5210-19B5-479D-D404-2A8A9479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9DB0A1-5D28-71E3-76FD-0B54F16D9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40E24428-F4A7-7043-A212-A24BE9E81B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zh-CN" altLang="en-US" i="1" smtClean="0">
                          <a:latin typeface="Cambria Math" panose="02040503050406030204" pitchFamily="18" charset="0"/>
                        </a:rPr>
                        <a:t>在此处键入公式。</a:t>
                      </a:fl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40E24428-F4A7-7043-A212-A24BE9E81B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i="0">
                    <a:latin typeface="Cambria Math" panose="02040503050406030204" pitchFamily="18" charset="0"/>
                  </a:rPr>
                  <a:t>"在此处键入公式。"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3829AB-46DC-9DC3-0770-B975AD20A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8B722-CBBB-429E-A9E9-D1CADF78A1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0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EFCBF-5BB6-678B-E2CF-21D8EE2C9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2CE089-46F0-D6A3-170C-00FA7B2FC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ED409-A2B1-6086-9474-FAAE1214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C6922-3261-92F1-9989-159892D0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467C7-1FC2-42E7-2D39-8DF75179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39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03B85-F148-4723-C7D6-3AF91AC0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6C49DA-735A-4025-CC76-9B6F6323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A759B0-97ED-2EB9-E057-BE51D5C0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5ECFE8-F503-C7FB-BF16-B7570C01A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0914C1-28DB-2C76-5593-A439BFA4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4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56CAE-9935-644A-CB76-319408F6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0997F2-43FD-AABC-D317-632A30A9B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8D63D9-4371-0C13-41D9-63E08E35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DD757-259D-E0D6-2BE3-B332F2C2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6896C4-CB93-5E11-1F10-0105CC1C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94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0513B-E0B3-421D-4BB6-65127319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61BFD9-F09F-1A10-B81D-57958E450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C810F0-1F3A-AF7F-3060-FC812840D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F3873-F069-029D-C07A-F640484A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C4A809-A123-DBB1-B163-E68BE879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B1A6F6-D020-198F-17A8-2580D567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662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03BF0-908B-78DE-2C87-425699C4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C9AC71-DE62-3B60-0E32-3F163CDEA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53E21A-6E9B-63B1-E253-C678A0927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46C4E2-0380-9A32-C5B1-7E8788087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1347A4-71BE-08C4-4D21-62370095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43656B-CE4F-0F83-1F68-763F11FC4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D604BF-972C-6899-AAA0-C5057312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0A193C-F251-79CA-F306-A7E58B36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7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482DE-9673-401B-9BA0-03AD74C7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B8994A-72C7-CFE9-2771-4AA47E0D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11064D-2595-AD4F-049D-BCFF2EEB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BAEB4F-29FA-64D2-7A93-B69FC16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56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543540-FBDA-D5F1-5458-E50CBD9E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F00C20-B3C7-E51C-48C0-1DC121CD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A6E308-AF9E-EB6B-B280-A5319879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28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42AC6-D22A-A372-AE55-4C1FFFB2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BA5A52-778B-610F-E194-18FE76A59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7A5219-83CA-71E8-2E90-D1909678F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C7C9F2-C7C5-BDD3-1E72-6FA6D5D4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E91E8-38B5-BACB-8BA4-AB73A57E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BB690C-DDD5-9FAA-542D-1499AD4E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68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8D2FC-180C-CB6C-163D-AC6C01BCC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AC7F00-D414-808B-EB0E-62E6BCCE8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918D2-9D14-3E84-6171-9E70B1FE7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7AC55-0C0A-49D5-90C2-E4C81E0E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DEF46D-4F9E-0149-0B54-E6BFC0AA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910DE-02EA-B344-4129-24778FD1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77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15D8C-2ABC-6D63-D030-B9659A7F5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78F057-B690-21FB-44B6-9C70C6A11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ABB04D-5085-2F18-D0B3-5F33DCFF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1CBFB-82F8-3EEB-B86F-AAA5FA5F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6D1D92-7C0D-E5E5-70B5-E422F5C7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68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F8434A-0250-54C4-A2FA-E1F952546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2666CD-9571-7358-1EA9-8CDA85096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DB51D-61DF-107F-C7E7-E8C7ABF7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E714CD-AC5A-EE55-7948-45522F94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50B96-A3BF-88FD-857B-2FAF6CCA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25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A0AE3F-F46F-B555-2BA6-C6F03434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9732C0-55F1-8ABE-4592-51433FE04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3CE05-FC40-5C7B-2927-D2735ACA5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76D62-2296-40E2-8AE8-C71143C13D07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432D23-D978-4EF2-27A9-DF05B4947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39143-DC89-7706-8863-F37EE07CB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490D9-8477-4C56-BB4A-457CF6056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35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678AAB8-A5AB-0071-DFB6-BA7DCF4687D7}"/>
                  </a:ext>
                </a:extLst>
              </p:cNvPr>
              <p:cNvSpPr txBox="1"/>
              <p:nvPr/>
            </p:nvSpPr>
            <p:spPr>
              <a:xfrm>
                <a:off x="416151" y="1041363"/>
                <a:ext cx="4899675" cy="2308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US" altLang="zh-CN" sz="2400" dirty="0">
                    <a:latin typeface="Cambria Math" panose="02040503050406030204" pitchFamily="18" charset="0"/>
                  </a:rPr>
                  <a:t>1. State</a:t>
                </a:r>
                <a:r>
                  <a:rPr lang="en-US" altLang="zh-CN" sz="2400" i="1" dirty="0">
                    <a:latin typeface="Cambria Math" panose="02040503050406030204" pitchFamily="18" charset="0"/>
                  </a:rPr>
                  <a:t> s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:</a:t>
                </a:r>
              </a:p>
              <a:p>
                <a:pPr/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altLang="zh-CN" sz="24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24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GB" altLang="zh-CN" sz="2400" i="1" smtClean="0">
                                  <a:latin typeface="Cambria Math" panose="02040503050406030204" pitchFamily="18" charset="0"/>
                                </a:rPr>
                                <m:t>𝑁𝑆</m:t>
                              </m:r>
                            </m:sub>
                          </m:sSub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24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GB" altLang="zh-CN" sz="2400" i="1" smtClean="0">
                                  <a:latin typeface="Cambria Math" panose="02040503050406030204" pitchFamily="18" charset="0"/>
                                </a:rPr>
                                <m:t>𝐸𝑊</m:t>
                              </m:r>
                            </m:sub>
                          </m:sSub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ar-AE" i="1" smtClean="0">
                            <a:latin typeface="Cambria Math" panose="02040503050406030204" pitchFamily="18" charset="0"/>
                          </a:rPr>
                          <m:t>𝑁𝑆</m:t>
                        </m:r>
                      </m:sub>
                    </m:sSub>
                    <m:r>
                      <a:rPr lang="ar-AE" altLang="zh-C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GB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umber of vehicles waiting in the NS queue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altLang="zh-CN" i="1" smtClean="0">
                            <a:latin typeface="Cambria Math" panose="02040503050406030204" pitchFamily="18" charset="0"/>
                          </a:rPr>
                          <m:t>𝐸𝑊</m:t>
                        </m:r>
                      </m:sub>
                    </m:sSub>
                  </m:oMath>
                </a14:m>
                <a:r>
                  <a:rPr lang="en-US" altLang="zh-CN" dirty="0"/>
                  <a:t>: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vehicles waiting in the EW queue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current traffic light phase (NS green or EW green)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678AAB8-A5AB-0071-DFB6-BA7DCF46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51" y="1041363"/>
                <a:ext cx="4899675" cy="2308324"/>
              </a:xfrm>
              <a:prstGeom prst="rect">
                <a:avLst/>
              </a:prstGeom>
              <a:blipFill>
                <a:blip r:embed="rId3"/>
                <a:stretch>
                  <a:fillRect l="-3731" t="-4233" r="-2114" b="-5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BDA1DF-55EC-461F-7FE9-5F6720070DAF}"/>
                  </a:ext>
                </a:extLst>
              </p:cNvPr>
              <p:cNvSpPr txBox="1"/>
              <p:nvPr/>
            </p:nvSpPr>
            <p:spPr>
              <a:xfrm>
                <a:off x="442761" y="3559833"/>
                <a:ext cx="293690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>
                    <a:latin typeface="Cambria Math" panose="02040503050406030204" pitchFamily="18" charset="0"/>
                  </a:rPr>
                  <a:t>2. Action</a:t>
                </a:r>
                <a:r>
                  <a:rPr lang="en-US" altLang="zh-CN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:</a:t>
                </a:r>
              </a:p>
              <a:p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∈{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KEEP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SWITCH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BDA1DF-55EC-461F-7FE9-5F6720070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61" y="3559833"/>
                <a:ext cx="2936907" cy="1107996"/>
              </a:xfrm>
              <a:prstGeom prst="rect">
                <a:avLst/>
              </a:prstGeom>
              <a:blipFill>
                <a:blip r:embed="rId4"/>
                <a:stretch>
                  <a:fillRect l="-6445" t="-8791" r="-624" b="-10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BED84E56-B0A7-CFB0-92A1-7CEA76B62C32}"/>
              </a:ext>
            </a:extLst>
          </p:cNvPr>
          <p:cNvSpPr txBox="1"/>
          <p:nvPr/>
        </p:nvSpPr>
        <p:spPr>
          <a:xfrm>
            <a:off x="442761" y="307997"/>
            <a:ext cx="6506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 Formulation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81FE478-DA08-00E9-11F8-7B3AE214FA4B}"/>
                  </a:ext>
                </a:extLst>
              </p:cNvPr>
              <p:cNvSpPr txBox="1"/>
              <p:nvPr/>
            </p:nvSpPr>
            <p:spPr>
              <a:xfrm>
                <a:off x="6496577" y="1041363"/>
                <a:ext cx="4899675" cy="2677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Transition Model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</a:rPr>
                  <a:t>:</a:t>
                </a:r>
              </a:p>
              <a:p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r>
                  <a:rPr lang="en-GB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Vehicle arrivals follow </a:t>
                </a:r>
                <a:r>
                  <a:rPr lang="en-GB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Poisson processes</a:t>
                </a:r>
              </a:p>
              <a:p>
                <a:endParaRPr lang="en-GB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NS arrival rate: 900 vehicles/hour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EW arrival rate: 600 vehicles/hour</a:t>
                </a: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Service rates are computed using a standard saturation flow rate of 1900 vehicles/hour/lane</a:t>
                </a: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81FE478-DA08-00E9-11F8-7B3AE214F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77" y="1041363"/>
                <a:ext cx="4899675" cy="2677656"/>
              </a:xfrm>
              <a:prstGeom prst="rect">
                <a:avLst/>
              </a:prstGeom>
              <a:blipFill>
                <a:blip r:embed="rId5"/>
                <a:stretch>
                  <a:fillRect l="-3861" t="-3872" b="-4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F37D440-66D7-CF86-F12F-805DF5C9B9DD}"/>
                  </a:ext>
                </a:extLst>
              </p:cNvPr>
              <p:cNvSpPr txBox="1"/>
              <p:nvPr/>
            </p:nvSpPr>
            <p:spPr>
              <a:xfrm>
                <a:off x="6496576" y="3877645"/>
                <a:ext cx="4677879" cy="19389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Reward Function </a:t>
                </a:r>
                <a14:m>
                  <m:oMath xmlns:m="http://schemas.openxmlformats.org/officeDocument/2006/math">
                    <m:r>
                      <a:rPr lang="en-GB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GB" altLang="zh-CN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</a:rPr>
                  <a:t>:</a:t>
                </a:r>
              </a:p>
              <a:p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GB" altLang="zh-CN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=-(</m:t>
                      </m:r>
                      <m:sSub>
                        <m:sSubPr>
                          <m:ctrlP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𝑁𝑆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altLang="zh-CN" sz="2400" i="1" smtClean="0">
                              <a:latin typeface="Cambria Math" panose="02040503050406030204" pitchFamily="18" charset="0"/>
                            </a:rPr>
                            <m:t>𝐸𝑊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penalizes long queues and serves as a proxy for total vehicle delay.</a:t>
                </a: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F37D440-66D7-CF86-F12F-805DF5C9B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76" y="3877645"/>
                <a:ext cx="4677879" cy="1938992"/>
              </a:xfrm>
              <a:prstGeom prst="rect">
                <a:avLst/>
              </a:prstGeom>
              <a:blipFill>
                <a:blip r:embed="rId6"/>
                <a:stretch>
                  <a:fillRect l="-4042" t="-5031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A0A9F330-00B5-6F3F-460A-CC9F9840E771}"/>
              </a:ext>
            </a:extLst>
          </p:cNvPr>
          <p:cNvSpPr txBox="1"/>
          <p:nvPr/>
        </p:nvSpPr>
        <p:spPr>
          <a:xfrm>
            <a:off x="2289671" y="5123439"/>
            <a:ext cx="28128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Discount Factor γ :</a:t>
            </a:r>
          </a:p>
          <a:p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= 0.98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Green Traffic Light Springdale Uses Artificial Intelligence Traffic">
            <a:extLst>
              <a:ext uri="{FF2B5EF4-FFF2-40B4-BE49-F238E27FC236}">
                <a16:creationId xmlns:a16="http://schemas.microsoft.com/office/drawing/2014/main" id="{DDCBAFDE-08C9-4518-3AD8-85682BC24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556" y="307997"/>
            <a:ext cx="2563133" cy="202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80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43AC-7199-7676-177D-3136BB32F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081755E9-AEA5-356B-69C3-3359545CB7BC}"/>
              </a:ext>
            </a:extLst>
          </p:cNvPr>
          <p:cNvSpPr txBox="1"/>
          <p:nvPr/>
        </p:nvSpPr>
        <p:spPr>
          <a:xfrm>
            <a:off x="442760" y="307997"/>
            <a:ext cx="7998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from your policy iteration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420593-D95E-08CB-B15C-E8BB0B390150}"/>
              </a:ext>
            </a:extLst>
          </p:cNvPr>
          <p:cNvSpPr txBox="1"/>
          <p:nvPr/>
        </p:nvSpPr>
        <p:spPr>
          <a:xfrm>
            <a:off x="380196" y="1151089"/>
            <a:ext cx="580884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None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City – Traffic Volume Counts</a:t>
            </a: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evaluation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improvement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are implemented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scratch in Python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reinforcement learning libraries were used</a:t>
            </a: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step: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Yellow/all-red lost time: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seconds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3820ED-ABC6-CD3A-3C93-F229AC3040BE}"/>
              </a:ext>
            </a:extLst>
          </p:cNvPr>
          <p:cNvSpPr txBox="1"/>
          <p:nvPr/>
        </p:nvSpPr>
        <p:spPr>
          <a:xfrm>
            <a:off x="6094396" y="1151089"/>
            <a:ext cx="609760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Policies</a:t>
            </a:r>
          </a:p>
          <a:p>
            <a:pPr>
              <a:buNone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control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(predefined green durations)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Queue-threshold control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(switch when the opposing queue is larger)</a:t>
            </a:r>
          </a:p>
          <a:p>
            <a:pPr>
              <a:buFont typeface="+mj-lt"/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MDP policy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(policy iteration)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1E0FF4-27AF-8D97-446E-23F02273D3C5}"/>
              </a:ext>
            </a:extLst>
          </p:cNvPr>
          <p:cNvSpPr txBox="1"/>
          <p:nvPr/>
        </p:nvSpPr>
        <p:spPr>
          <a:xfrm>
            <a:off x="376988" y="4238421"/>
            <a:ext cx="1143481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Comparison:</a:t>
            </a:r>
          </a:p>
          <a:p>
            <a:endParaRPr lang="en-GB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=== Results (mean over episodes) ===</a:t>
            </a:r>
          </a:p>
          <a:p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: 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avg_queue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=34.389, delay=129.52s/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maxQ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=40.00</a:t>
            </a:r>
          </a:p>
          <a:p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 : 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avg_queue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=35.865, delay=136.73s/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maxQ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=40.00</a:t>
            </a:r>
          </a:p>
          <a:p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PI : 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avg_queue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=20.676, delay=113.64s/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maxQ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=27.20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889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294</Words>
  <Application>Microsoft Office PowerPoint</Application>
  <PresentationFormat>宽屏</PresentationFormat>
  <Paragraphs>52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Zhenyu Dai</dc:creator>
  <cp:lastModifiedBy>Zhenyu Dai</cp:lastModifiedBy>
  <cp:revision>1</cp:revision>
  <dcterms:created xsi:type="dcterms:W3CDTF">2026-01-31T20:35:27Z</dcterms:created>
  <dcterms:modified xsi:type="dcterms:W3CDTF">2026-01-31T23:20:15Z</dcterms:modified>
</cp:coreProperties>
</file>